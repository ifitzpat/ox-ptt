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Them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914400"/>
            <a:ext cx="7315200" cy="18288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4400">
                <a:solidFill>
                  <a:srgbClr val="000000"/>
                </a:solidFill>
              </a:rPr>
              <a:t>Formatting Test</a:t>
            </a:r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914400" y="54864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000">
                <a:solidFill>
                  <a:srgbClr val="000000"/>
                </a:solidFill>
              </a:rPr>
              <a:t>ox-ppt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3200">
                <a:solidFill>
                  <a:srgbClr val="000000"/>
                </a:solidFill>
              </a:rPr>
              <a:t>Text Formatting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914400" y="1600200"/>
            <a:ext cx="7315200" cy="4572000"/>
          </a:xfrm>
          <a:prstGeom prst="rect">
            <a:avLst/>
          </a:prstGeom>
        </p:spPr>
        <p:txBody>
          <a:bodyPr wrap="square" rtlCol="0"/>
          <a:lstStyle/>
          <a:p>
            <a:pPr/>
            <a:endParaRPr lang="en-US"/>
            <a:r>
              <a:rPr sz="1800"/>
              <a:rPr lang="en-US"/>
              <a:t>This slide has </a:t>
            </a:r>
            <a:r>
              <a:rPr sz="1800"/>
              <a:rPr b="1"/>
              <a:t>bold text</a:t>
            </a:r>
            <a:r>
              <a:rPr sz="1800"/>
              <a:rPr lang="en-US"/>
              <a:t>, </a:t>
            </a:r>
            <a:r>
              <a:rPr sz="1800"/>
              <a:rPr i="1"/>
              <a:t>italic text</a:t>
            </a:r>
            <a:r>
              <a:rPr sz="1800"/>
              <a:rPr lang="en-US"/>
              <a:t>, and </a:t>
            </a:r>
            <a:r>
              <a:rPr sz="1800"/>
              <a:rPr u="sng"/>
              <a:t>underlined text</a:t>
            </a:r>
            <a:r>
              <a:rPr sz="1800"/>
              <a:rPr lang="en-US"/>
              <a:t>.
</a:t>
            </a:r>
          </a:p>
          <a:p>
            <a:pPr/>
            <a:endParaRPr lang="en-US"/>
            <a:r>
              <a:rPr sz="1800"/>
              <a:rPr lang="en-US"/>
              <a:t>You can also combine formatting like </a:t>
            </a:r>
            <a:r>
              <a:rPr sz="1800"/>
              <a:rPr b="1"/>
              <a:t>bold and </a:t>
            </a:r>
            <a:r>
              <a:rPr sz="1800"/>
              <a:rPr b="1"/>
              <a:t>italic</a:t>
            </a:r>
            <a:r>
              <a:rPr sz="1800"/>
              <a:rPr lang="en-US"/>
              <a:t>together.
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3200">
                <a:solidFill>
                  <a:srgbClr val="000000"/>
                </a:solidFill>
              </a:rPr>
              <a:t>Code and Verbatim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914400" y="1600200"/>
            <a:ext cx="7315200" cy="4572000"/>
          </a:xfrm>
          <a:prstGeom prst="rect">
            <a:avLst/>
          </a:prstGeom>
        </p:spPr>
        <p:txBody>
          <a:bodyPr wrap="square" rtlCol="0"/>
          <a:lstStyle/>
          <a:p>
            <a:pPr/>
            <a:endParaRPr lang="en-US"/>
            <a:r>
              <a:rPr sz="1800"/>
              <a:rPr lang="en-US"/>
              <a:t>Inline code looks like </a:t>
            </a:r>
            <a:r>
              <a:rPr sz="1800"/>
              <a:rPr lang="en-US">
                <a:latin typeface="Courier New"/>
              </a:rPr>
              <a:t>printf(&amp;quot;hello&amp;quot;)</a:t>
            </a:r>
            <a:r>
              <a:rPr sz="1800"/>
              <a:rPr lang="en-US"/>
              <a:t>in the text.
</a:t>
            </a:r>
          </a:p>
          <a:p>
            <a:pPr/>
            <a:endParaRPr lang="en-US"/>
            <a:r>
              <a:rPr sz="1800"/>
              <a:rPr lang="en-US"/>
              <a:t>Verbatim text is shown as </a:t>
            </a:r>
            <a:r>
              <a:rPr sz="1800"/>
              <a:rPr lang="en-US">
                <a:latin typeface="Courier New"/>
              </a:rPr>
              <a:t>literal text</a:t>
            </a:r>
            <a:r>
              <a:rPr sz="1800"/>
              <a:rPr lang="en-US"/>
              <a:t>.
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3200">
                <a:solidFill>
                  <a:srgbClr val="000000"/>
                </a:solidFill>
              </a:rPr>
              <a:t>Mixed Content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914400" y="1600200"/>
            <a:ext cx="7315200" cy="4572000"/>
          </a:xfrm>
          <a:prstGeom prst="rect">
            <a:avLst/>
          </a:prstGeom>
        </p:spPr>
        <p:txBody>
          <a:bodyPr wrap="square" rtlCol="0"/>
          <a:lstStyle/>
          <a:p>
            <a:pPr/>
            <a:endParaRPr lang="en-US"/>
            <a:r>
              <a:rPr sz="1800"/>
              <a:rPr lang="en-US"/>
              <a:t>Here&amp;apos;s a paragraph with </a:t>
            </a:r>
            <a:r>
              <a:rPr sz="1800"/>
              <a:rPr b="1"/>
              <a:t>bold</a:t>
            </a:r>
            <a:r>
              <a:rPr sz="1800"/>
              <a:rPr lang="en-US"/>
              <a:t>, </a:t>
            </a:r>
            <a:r>
              <a:rPr sz="1800"/>
              <a:rPr i="1"/>
              <a:t>italic</a:t>
            </a:r>
            <a:r>
              <a:rPr sz="1800"/>
              <a:rPr lang="en-US"/>
              <a:t>, </a:t>
            </a:r>
            <a:r>
              <a:rPr sz="1800"/>
              <a:rPr u="sng"/>
              <a:t>underline</a:t>
            </a:r>
            <a:r>
              <a:rPr sz="1800"/>
              <a:rPr lang="en-US"/>
              <a:t>, and </a:t>
            </a:r>
            <a:r>
              <a:rPr sz="1800"/>
              <a:rPr lang="en-US">
                <a:latin typeface="Courier New"/>
              </a:rPr>
              <a:t>code</a:t>
            </a:r>
            <a:r>
              <a:rPr sz="1800"/>
              <a:rPr lang="en-US"/>
              <a:t>all mixed together.
</a:t>
            </a:r>
          </a:p>
          <a:p>
            <a:pPr/>
            <a:endParaRPr lang="en-US"/>
            <a:r>
              <a:rPr sz="1800"/>
              <a:rPr b="1"/>
              <a:t>This whole sentence is bold, with </a:t>
            </a:r>
            <a:r>
              <a:rPr sz="1800"/>
              <a:rPr b="1"/>
              <a:t>italic inside</a:t>
            </a:r>
            <a:r>
              <a:rPr sz="1800"/>
              <a:rPr b="1"/>
              <a:t>it.</a:t>
            </a:r>
            <a:r>
              <a:rPr sz="1800"/>
              <a:rPr lang="en-US"/>
              <a:t>
</a:t>
            </a:r>
          </a:p>
          <a:p>
            <a:pPr/>
            <a:endParaRPr lang="en-US"/>
            <a:r>
              <a:rPr sz="1800"/>
              <a:rPr i="1"/>
              <a:t>This whole sentence is italic, with </a:t>
            </a:r>
            <a:r>
              <a:rPr sz="1800"/>
              <a:rPr i="1"/>
              <a:t>bold inside</a:t>
            </a:r>
            <a:r>
              <a:rPr sz="1800"/>
              <a:rPr i="1"/>
              <a:t>it.</a:t>
            </a:r>
            <a:r>
              <a:rPr sz="1800"/>
              <a:rPr lang="en-US"/>
              <a:t>
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(4:3)</PresentationFormat>
  <Slides>4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</cp:revision>
</cp:coreProperties>
</file>