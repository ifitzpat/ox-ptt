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4400">
                <a:solidFill>
                  <a:srgbClr val="000000"/>
                </a:solidFill>
              </a:rPr>
              <a:t>Test Presentation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000">
                <a:solidFill>
                  <a:srgbClr val="000000"/>
                </a:solidFill>
              </a:rPr>
              <a:t>ox-ppt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First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This is the content of the first slide.
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Second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This slide has different content.
It has multiple paragraphs.
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Third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The third slide demonstrates that the exporter works!
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4</cp:revision>
  <dcterms:modified xsi:type="dcterms:W3CDTF">2025-11-21T13:38:43Z</dcterms:modified>
</cp:coreProperties>
</file>