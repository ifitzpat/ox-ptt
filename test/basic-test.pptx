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Test Presentation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First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is the content of the first slide.
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Second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slide has different content.
It has multiple paragraphs.
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Third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The third slide demonstrates that the exporter works!
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org-mode ox-ppt</Application>
  <PresentationFormat>On-screen Show (4:3)</PresentationFormat>
  <Slides>4</Slides>
  <Notes>0</Notes>
  <HiddenSlides>0</HiddenSlides>
  <ScaleCrop>false</ScaleCrop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</cp:coreProperties>
</file>