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Them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7315200" cy="18288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4400">
                <a:solidFill>
                  <a:srgbClr val="000000"/>
                </a:solidFill>
              </a:rPr>
              <a:t>Test Presentation</a:t>
            </a:r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914400" y="54864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000">
                <a:solidFill>
                  <a:srgbClr val="000000"/>
                </a:solidFill>
              </a:rPr>
              <a:t>ox-ppt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3200">
                <a:solidFill>
                  <a:srgbClr val="000000"/>
                </a:solidFill>
              </a:rPr>
              <a:t>First Slide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914400" y="1600200"/>
            <a:ext cx="7315200" cy="4572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1800">
                <a:solidFill>
                  <a:srgbClr val="000000"/>
                </a:solidFill>
              </a:rPr>
              <a:t>This is the content of the first slide.
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3200">
                <a:solidFill>
                  <a:srgbClr val="000000"/>
                </a:solidFill>
              </a:rPr>
              <a:t>Second Slide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914400" y="1600200"/>
            <a:ext cx="7315200" cy="4572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1800">
                <a:solidFill>
                  <a:srgbClr val="000000"/>
                </a:solidFill>
              </a:rPr>
              <a:t>This slide has different content.
It has multiple paragraphs.
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3200">
                <a:solidFill>
                  <a:srgbClr val="000000"/>
                </a:solidFill>
              </a:rPr>
              <a:t>Third Slide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914400" y="1600200"/>
            <a:ext cx="7315200" cy="4572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1800">
                <a:solidFill>
                  <a:srgbClr val="000000"/>
                </a:solidFill>
              </a:rPr>
              <a:t>The third slide demonstrates that the exporter works!
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/>
        <a:effectStyle/>
        <a:effectStyle/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