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Them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914400"/>
            <a:ext cx="7315200" cy="1828800"/>
          </a:xfrm>
          <a:prstGeom prst="rect">
            <a:avLst/>
          </a:prstGeom>
        </p:spPr>
        <p:txBody>
          <a:bodyPr wrap="square" rtlCol="0"/>
          <a:lstStyle/>
          <a:p>
            <a:pPr algn="ctr"/>
            <a:r>
              <a:rPr lang="en-US" sz="4400">
                <a:solidFill>
                  <a:srgbClr val="000000"/>
                </a:solidFill>
              </a:rPr>
              <a:t>Test Presentation</a:t>
            </a:r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914400" y="5486400"/>
            <a:ext cx="7315200" cy="914400"/>
          </a:xfrm>
          <a:prstGeom prst="rect">
            <a:avLst/>
          </a:prstGeom>
        </p:spPr>
        <p:txBody>
          <a:bodyPr wrap="square" rtlCol="0"/>
          <a:lstStyle/>
          <a:p>
            <a:pPr algn="ctr"/>
            <a:r>
              <a:rPr lang="en-US" sz="2000">
                <a:solidFill>
                  <a:srgbClr val="000000"/>
                </a:solidFill>
              </a:rPr>
              <a:t>ox-ppt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</p:spPr>
        <p:txBody>
          <a:bodyPr wrap="square" rtlCol="0"/>
          <a:lstStyle/>
          <a:p>
            <a:pPr algn="ctr"/>
            <a:r>
              <a:rPr lang="en-US" sz="3200">
                <a:solidFill>
                  <a:srgbClr val="000000"/>
                </a:solidFill>
              </a:rPr>
              <a:t>First Slide</a:t>
            </a:r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914400" y="1600200"/>
            <a:ext cx="7315200" cy="4572000"/>
          </a:xfrm>
          <a:prstGeom prst="rect">
            <a:avLst/>
          </a:prstGeom>
        </p:spPr>
        <p:txBody>
          <a:bodyPr wrap="square" rtlCol="0"/>
          <a:lstStyle/>
          <a:p>
            <a:pPr algn="ctr"/>
            <a:r>
              <a:rPr lang="en-US" sz="1800">
                <a:solidFill>
                  <a:srgbClr val="000000"/>
                </a:solidFill>
              </a:rPr>
              <a:t>This is the content of the first slide.
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</p:spPr>
        <p:txBody>
          <a:bodyPr wrap="square" rtlCol="0"/>
          <a:lstStyle/>
          <a:p>
            <a:pPr algn="ctr"/>
            <a:r>
              <a:rPr lang="en-US" sz="3200">
                <a:solidFill>
                  <a:srgbClr val="000000"/>
                </a:solidFill>
              </a:rPr>
              <a:t>Second Slide</a:t>
            </a:r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914400" y="1600200"/>
            <a:ext cx="7315200" cy="4572000"/>
          </a:xfrm>
          <a:prstGeom prst="rect">
            <a:avLst/>
          </a:prstGeom>
        </p:spPr>
        <p:txBody>
          <a:bodyPr wrap="square" rtlCol="0"/>
          <a:lstStyle/>
          <a:p>
            <a:pPr algn="ctr"/>
            <a:r>
              <a:rPr lang="en-US" sz="1800">
                <a:solidFill>
                  <a:srgbClr val="000000"/>
                </a:solidFill>
              </a:rPr>
              <a:t>This slide has different content.
It has multiple paragraphs.
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</p:spPr>
        <p:txBody>
          <a:bodyPr wrap="square" rtlCol="0"/>
          <a:lstStyle/>
          <a:p>
            <a:pPr algn="ctr"/>
            <a:r>
              <a:rPr lang="en-US" sz="3200">
                <a:solidFill>
                  <a:srgbClr val="000000"/>
                </a:solidFill>
              </a:rPr>
              <a:t>Third Slide</a:t>
            </a:r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914400" y="1600200"/>
            <a:ext cx="7315200" cy="4572000"/>
          </a:xfrm>
          <a:prstGeom prst="rect">
            <a:avLst/>
          </a:prstGeom>
        </p:spPr>
        <p:txBody>
          <a:bodyPr wrap="square" rtlCol="0"/>
          <a:lstStyle/>
          <a:p>
            <a:pPr algn="ctr"/>
            <a:r>
              <a:rPr lang="en-US" sz="1800">
                <a:solidFill>
                  <a:srgbClr val="000000"/>
                </a:solidFill>
              </a:rPr>
              <a:t>The third slide demonstrates that the exporter works!
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/>
        <a:effectStyle/>
        <a:effectStyle/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(4:3)</PresentationFormat>
  <Slides>4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</cp:revision>
</cp:coreProperties>
</file>