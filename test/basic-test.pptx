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 type="screen4x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Test Presentation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First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is the content of the first slide.
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Second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This slide has different content.
It has multiple paragraphs.
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Third Slide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1800">
                <a:solidFill>
                  <a:srgbClr val="000000"/>
                </a:solidFill>
              </a:rPr>
              <a:t>The third slide demonstrates that the exporter works!
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